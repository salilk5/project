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3324C-3B57-E91A-2ABE-875A7592F2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9D3F1-FFA7-4DEB-BA8D-D9FFA299A7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4F41C-50B9-9744-26B2-ADE7A39E8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3B9C-C276-4AE6-BB4E-EAB1B06F5883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F0BE2-0A75-8268-11C2-5503A97C8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E7B6D-B8C0-5141-75EA-87D7B4538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CFCB-92ED-440E-A008-7BB4BD3355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839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08EF4-9203-E90A-28CC-8114E4412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19550-2FDA-DF21-4320-481675E7D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E157F-A155-1B92-3FD2-52C8B0FE1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3B9C-C276-4AE6-BB4E-EAB1B06F5883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7A748-A6A0-41BB-FF09-33E6F12FC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8F539-073F-E538-085A-EB78E05B2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CFCB-92ED-440E-A008-7BB4BD3355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187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63832-DBF2-EFC4-F9E5-EF61705B0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9507F-D0F9-3C56-EF3E-E47FD7D6D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BDD5E-CFAB-FF99-C81A-8F5433A00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3B9C-C276-4AE6-BB4E-EAB1B06F5883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28B13-173D-4157-D2C5-945A9825C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4D503-B9A7-2670-807D-1CC4D149F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CFCB-92ED-440E-A008-7BB4BD3355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196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F96DA-1BE1-2E24-FFBF-8EB4D9B6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3EB18-586F-0910-E0E1-FA33011B72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203C28-F3C6-6743-3862-AC13B81A6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69EE1-14C4-475E-8737-B1E398155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3B9C-C276-4AE6-BB4E-EAB1B06F5883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AA4DC-DD32-B6E5-3FB1-DE6ABC5CB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73D5F-FF1F-923C-B915-3AE5D874B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CFCB-92ED-440E-A008-7BB4BD3355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642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7A1A5-EDC7-45C4-362D-5ACE62554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E4BD2-91E4-9C41-1A9E-095CDA3D8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B99C8-A463-8AFC-298F-0324A4516D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AAA4B0-1A2C-CA28-F889-88AAFDF93E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428D71-FED5-133A-4735-BE9ABD8B2F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2ECA13-20BE-A613-F8B6-A319129B4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3B9C-C276-4AE6-BB4E-EAB1B06F5883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2D9B24-839D-2AFB-8A79-BE713A8FB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01368B-456F-9613-E899-8C4D47174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CFCB-92ED-440E-A008-7BB4BD3355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346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5A5E6-E34C-BB59-6989-85F309B93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97BC6D-4953-C013-630A-F4E26968A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3B9C-C276-4AE6-BB4E-EAB1B06F5883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D811BE-C778-5A94-B183-0A9961152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142516-925B-8131-9175-E333C087F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CFCB-92ED-440E-A008-7BB4BD3355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7251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C0400D-5F62-61DE-AAEA-E30314960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3B9C-C276-4AE6-BB4E-EAB1B06F5883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ABC933-5767-B7FC-C178-DBB011853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80994-AD39-0DA0-F376-1A231267B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CFCB-92ED-440E-A008-7BB4BD3355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352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B2796-8D2E-D0F7-F4B8-453DAAB47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D5DE9-55B0-35BD-C4F8-2B8D40A5E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3D9F16-36F7-B041-8CEC-CE025A99B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FDC9E0-6F2C-2092-242D-4F543863A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3B9C-C276-4AE6-BB4E-EAB1B06F5883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D1F081-38D7-99AC-0395-39091BB8E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D770BC-835C-BFF3-A478-AFCB2C8EC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CFCB-92ED-440E-A008-7BB4BD3355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674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990EB-73DC-A4CB-8314-2DF84798C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C2B7A2-93AE-3537-4E5D-4DB4B3DE62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88AF51-B3E3-9477-D878-832753BB25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FB1BC-0DB1-7BF2-469F-A84CF262A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3B9C-C276-4AE6-BB4E-EAB1B06F5883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DFC4E-997D-DBCB-4633-A08A08672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2B8944-A778-F7E1-5578-DB3F527CC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CFCB-92ED-440E-A008-7BB4BD3355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022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8584F-358C-AA29-01B1-A4176E74F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90E4BB-75F2-2762-E456-5F9EF0DAF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40823-81E7-CA1C-DDA9-65C5179B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3B9C-C276-4AE6-BB4E-EAB1B06F5883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D9539-68CE-014D-1C70-C3D427B5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0306E-8F4A-9D22-F031-CD4689162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CFCB-92ED-440E-A008-7BB4BD3355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74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12DC62-431C-A27D-841F-D43E673704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C3BC73-4AE0-1B8D-8577-9104DD7EB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7AD17-92F4-154A-4D6E-6C6085B68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3B9C-C276-4AE6-BB4E-EAB1B06F5883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2EB76-1416-6AC0-13AA-593570C50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C8831-6121-4813-1288-176B7CE1D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CFCB-92ED-440E-A008-7BB4BD3355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180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2D5F92-2112-36A3-7FD8-ECF3AA6C8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61E342-84FC-CEF8-20C6-D6D62233F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51DC0-7818-45B5-7D02-C5D1C48D41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4C3B9C-C276-4AE6-BB4E-EAB1B06F5883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D0B89-0FDA-D3D2-57D2-01ABAB03D5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D4A7A-3B34-FFB4-3C8F-C017792566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43CFCB-92ED-440E-A008-7BB4BD3355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582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EE4FD-0726-FAB8-482A-0C9F74FCB8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43856"/>
          </a:xfrm>
        </p:spPr>
        <p:txBody>
          <a:bodyPr>
            <a:normAutofit fontScale="90000"/>
          </a:bodyPr>
          <a:lstStyle/>
          <a:p>
            <a:r>
              <a:rPr lang="en-US" dirty="0"/>
              <a:t>AI-ML model for air quality prediction of Indian cities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E0A142-B5A8-A828-0D7C-847280EFC8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9442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6B742-6364-33C2-E99B-C5833F5C9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AC747-8568-BB3C-990A-F0B6A16C8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Time-series plots: daily/monthly AQI and pollutant trends (PM2.5, PM10, NO₂, SO₂, O₃, CO)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For How many locations  in Delhi?</a:t>
            </a:r>
            <a:endParaRPr lang="en-US" dirty="0"/>
          </a:p>
          <a:p>
            <a:endParaRPr lang="en-US" dirty="0"/>
          </a:p>
          <a:p>
            <a:r>
              <a:rPr lang="en-US" dirty="0"/>
              <a:t>Seasonal decomposition; identify peaks (festival/fireworks, crop burning, lockdown 2020 anomalies)</a:t>
            </a:r>
          </a:p>
          <a:p>
            <a:endParaRPr lang="en-US" dirty="0"/>
          </a:p>
          <a:p>
            <a:r>
              <a:rPr lang="en-US" dirty="0"/>
              <a:t>Spatial comparison across cities (boxplots, heatmaps) –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Will this  be comparison with other cities 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1045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A6C56-C2EC-2B62-7B79-6CCAD576A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Statistical &amp; ML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CE54E-BC7E-F87F-D7BA-706922306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Correlations (Spearman + Pearson) between pollutants/AQI and meteorological variables.</a:t>
            </a:r>
          </a:p>
          <a:p>
            <a:r>
              <a:rPr lang="en-IN" dirty="0"/>
              <a:t>Simple regression: pollutant ~ wind + temp + RH + rainfall. </a:t>
            </a:r>
          </a:p>
          <a:p>
            <a:r>
              <a:rPr lang="en-IN" dirty="0"/>
              <a:t>ANN for prediction.</a:t>
            </a:r>
          </a:p>
        </p:txBody>
      </p:sp>
    </p:spTree>
    <p:extLst>
      <p:ext uri="{BB962C8B-B14F-4D97-AF65-F5344CB8AC3E}">
        <p14:creationId xmlns:p14="http://schemas.microsoft.com/office/powerpoint/2010/main" val="3307897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06DAA-FB79-3AC6-44CC-BA0A34B80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Interpretation &amp; sensitivity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7B6D2-2611-5A4F-ED90-31C5B4AFF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US" dirty="0"/>
              <a:t>Quantify meteorological influence (e.g., % variance explained).</a:t>
            </a:r>
          </a:p>
          <a:p>
            <a:r>
              <a:rPr lang="en-IN" dirty="0"/>
              <a:t>Discuss confounders (emissions changes, lockdowns, </a:t>
            </a:r>
            <a:r>
              <a:rPr lang="en-IN" dirty="0" err="1"/>
              <a:t>localsources</a:t>
            </a:r>
            <a:r>
              <a:rPr lang="en-IN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941670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892F2-E70A-021D-3C92-B6FD6FAAD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03529-DEEE-BBA6-79B3-5C1BD1A22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61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142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AI-ML model for air quality prediction of Indian cities</vt:lpstr>
      <vt:lpstr>Exploratory Data Analysis</vt:lpstr>
      <vt:lpstr>Statistical &amp; ML analysis</vt:lpstr>
      <vt:lpstr>Interpretation &amp; sensitivity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Salil Kaoray</dc:creator>
  <cp:lastModifiedBy>Salil Kaoray</cp:lastModifiedBy>
  <cp:revision>1</cp:revision>
  <dcterms:created xsi:type="dcterms:W3CDTF">2026-03-28T08:45:37Z</dcterms:created>
  <dcterms:modified xsi:type="dcterms:W3CDTF">2026-03-28T09:20:09Z</dcterms:modified>
</cp:coreProperties>
</file>